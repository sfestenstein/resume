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44" autoAdjust="0"/>
    <p:restoredTop sz="94677"/>
  </p:normalViewPr>
  <p:slideViewPr>
    <p:cSldViewPr snapToGrid="0">
      <p:cViewPr varScale="1">
        <p:scale>
          <a:sx n="196" d="100"/>
          <a:sy n="196" d="100"/>
        </p:scale>
        <p:origin x="16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0458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019">
              <a:alpha val="70000"/>
            </a:srgbClr>
          </a:solidFill>
          <a:ln/>
        </p:spPr>
        <p:txBody>
          <a:bodyPr/>
          <a:lstStyle/>
          <a:p>
            <a:pPr algn="ctr"/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1645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017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your profile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here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206240" y="64008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kern="0" spc="400" dirty="0">
                <a:solidFill>
                  <a:srgbClr val="F1F5F9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Steven Festenstein</a:t>
            </a:r>
          </a:p>
          <a:p>
            <a:pPr marL="0" indent="0" algn="ctr">
              <a:buNone/>
            </a:pPr>
            <a:r>
              <a:rPr lang="en-US" sz="1200" kern="0" spc="400" dirty="0">
                <a:solidFill>
                  <a:srgbClr val="F1F5F9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Syracuse NY 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206240" y="1508760"/>
            <a:ext cx="164592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53988" y="1536192"/>
            <a:ext cx="4655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– Lockheed Martin, 29 years!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206240" y="214884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C++,  Qt,  RF Systems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Experienced in embedded systems &amp; real-time apps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Open-source contributor &amp; Technical trainer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Building software-defined radio tools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Advocate for modern C++ best practices</a:t>
            </a:r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 descr="The image shows a person dressed in a suit and tie, seated in a modern office with a cityscape visible through large office windows.">
            <a:extLst>
              <a:ext uri="{FF2B5EF4-FFF2-40B4-BE49-F238E27FC236}">
                <a16:creationId xmlns:a16="http://schemas.microsoft.com/office/drawing/2014/main" id="{DF3D5C77-F5AB-C8B5-7C72-A9C3DA65B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69" y="867373"/>
            <a:ext cx="3121781" cy="30665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rotWithShape="0">
          <a:gsLst>
            <a:gs pos="0">
              <a:srgbClr val="2E0A1B"/>
            </a:gs>
            <a:gs pos="40000">
              <a:srgbClr val="5C1A2A"/>
            </a:gs>
            <a:gs pos="75000">
              <a:srgbClr val="7A3D2E"/>
            </a:gs>
            <a:gs pos="100000">
              <a:srgbClr val="B8864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Vignett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55000">
                <a:srgbClr val="0A0305">
                  <a:alpha val="15000"/>
                </a:srgbClr>
              </a:gs>
              <a:gs pos="100000">
                <a:srgbClr val="1A0508">
                  <a:alpha val="55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kern="0" spc="5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WORLD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66675" y="200087"/>
            <a:ext cx="4255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Office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rot="21300000">
            <a:off x="230091" y="687158"/>
            <a:ext cx="3657600" cy="3063240"/>
          </a:xfrm>
          <a:prstGeom prst="rect">
            <a:avLst/>
          </a:prstGeom>
          <a:solidFill>
            <a:srgbClr val="F2E0C8"/>
          </a:solidFill>
          <a:ln/>
          <a:effectLst>
            <a:outerShdw blurRad="203200" dist="63500" dir="8100000" algn="bl" rotWithShape="0">
              <a:srgbClr val="1A0A05">
                <a:alpha val="6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21300000">
            <a:off x="278258" y="858132"/>
            <a:ext cx="3474720" cy="260604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 rot="21300000">
            <a:off x="182880" y="36301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5C33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Adventures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 rot="240000">
            <a:off x="4910558" y="342841"/>
            <a:ext cx="3108960" cy="2651760"/>
          </a:xfrm>
          <a:prstGeom prst="rect">
            <a:avLst/>
          </a:prstGeom>
          <a:solidFill>
            <a:srgbClr val="F2E0C8"/>
          </a:solidFill>
          <a:ln/>
          <a:effectLst>
            <a:outerShdw blurRad="203200" dist="63500" dir="8100000" algn="bl" rotWithShape="0">
              <a:srgbClr val="1A0A05">
                <a:alpha val="6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rot="240000">
            <a:off x="5021376" y="455395"/>
            <a:ext cx="2926080" cy="219456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 rot="240000">
            <a:off x="4663440" y="3081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5C33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Outdoors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 rot="150000">
            <a:off x="1645920" y="2560320"/>
            <a:ext cx="2926080" cy="2514600"/>
          </a:xfrm>
          <a:prstGeom prst="rect">
            <a:avLst/>
          </a:prstGeom>
          <a:solidFill>
            <a:srgbClr val="F2E0C8"/>
          </a:solidFill>
          <a:ln/>
          <a:effectLst>
            <a:outerShdw blurRad="203200" dist="63500" dir="8100000" algn="bl" rotWithShape="0">
              <a:srgbClr val="1A0A05">
                <a:alpha val="6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 rot="150000">
            <a:off x="1709981" y="2743927"/>
            <a:ext cx="2797709" cy="2080271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 rot="21420000">
            <a:off x="4797501" y="2240280"/>
            <a:ext cx="3291840" cy="2788920"/>
          </a:xfrm>
          <a:prstGeom prst="rect">
            <a:avLst/>
          </a:prstGeom>
          <a:solidFill>
            <a:srgbClr val="F2E0C8"/>
          </a:solidFill>
          <a:ln/>
          <a:effectLst>
            <a:outerShdw blurRad="203200" dist="63500" dir="8100000" algn="bl" rotWithShape="0">
              <a:srgbClr val="1A0A05">
                <a:alpha val="6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 rot="21420000">
            <a:off x="4888940" y="2455372"/>
            <a:ext cx="3108960" cy="233172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kern="0" spc="4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CPPCON 2025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premier C++ conference experience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3108960"/>
          </a:xfrm>
          <a:prstGeom prst="rect">
            <a:avLst/>
          </a:prstGeom>
          <a:solidFill>
            <a:srgbClr val="252640"/>
          </a:solidFill>
          <a:ln w="9525">
            <a:solidFill>
              <a:srgbClr val="3D3E5C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608576" y="1109037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Meeting the Stars of C++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608576" y="1715154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highlights of attending CppCon was meeting incredible people in the C++ community, including Jason Turner!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conference featured cutting-edge talks on modern C++ techniques, concurrency, and performance optimization.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Latest C++ standards &amp; proposals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Networking with top engineers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Hands-on workshops &amp; lightning talks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Picture 10" descr="Conference selfie at CppCon">
            <a:extLst>
              <a:ext uri="{FF2B5EF4-FFF2-40B4-BE49-F238E27FC236}">
                <a16:creationId xmlns:a16="http://schemas.microsoft.com/office/drawing/2014/main" id="{F3C757E5-D61A-3F2F-5CB8-5D4EB48F9B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250"/>
          <a:stretch>
            <a:fillRect/>
          </a:stretch>
        </p:blipFill>
        <p:spPr>
          <a:xfrm>
            <a:off x="548640" y="1417320"/>
            <a:ext cx="36576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019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80449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Defined Radio Controller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0449" y="14173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passion project that brings the power of software-defined radio to an intuitive interface.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signal processing &amp; visualization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Multi-band frequency scanning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 demodulation pipelines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 with modern C++ &amp; DSP libraries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8824" y="3657600"/>
            <a:ext cx="2286000" cy="1051560"/>
          </a:xfrm>
          <a:prstGeom prst="rect">
            <a:avLst/>
          </a:prstGeom>
          <a:solidFill>
            <a:srgbClr val="1A1B2E">
              <a:alpha val="60000"/>
            </a:srgbClr>
          </a:solidFill>
          <a:ln w="6350">
            <a:solidFill>
              <a:srgbClr val="3D3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6975" y="37261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C++20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16975" y="4221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Standard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40624" y="3657600"/>
            <a:ext cx="2286000" cy="1051560"/>
          </a:xfrm>
          <a:prstGeom prst="rect">
            <a:avLst/>
          </a:prstGeom>
          <a:solidFill>
            <a:srgbClr val="1A1B2E">
              <a:alpha val="60000"/>
            </a:srgbClr>
          </a:solidFill>
          <a:ln w="6350">
            <a:solidFill>
              <a:srgbClr val="3D3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88775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10ms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379929" y="425746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3657600"/>
            <a:ext cx="2286000" cy="1051560"/>
          </a:xfrm>
          <a:prstGeom prst="rect">
            <a:avLst/>
          </a:prstGeom>
          <a:solidFill>
            <a:srgbClr val="1A1B2E">
              <a:alpha val="60000"/>
            </a:srgbClr>
          </a:solidFill>
          <a:ln w="6350">
            <a:solidFill>
              <a:srgbClr val="3D3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0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SDR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40080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41C961D-5BC9-0FF7-0A13-09282E6E3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1298" y="223371"/>
            <a:ext cx="5279004" cy="3434229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228600" y="2514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3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RADIO WIZARD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A1B2E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189</Words>
  <Application>Microsoft Office PowerPoint</Application>
  <PresentationFormat>On-screen Show (16:9)</PresentationFormat>
  <Paragraphs>43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Festenstein</dc:creator>
  <cp:lastModifiedBy>Steven Festenstein</cp:lastModifiedBy>
  <cp:revision>5</cp:revision>
  <dcterms:created xsi:type="dcterms:W3CDTF">2026-05-01T16:51:16Z</dcterms:created>
  <dcterms:modified xsi:type="dcterms:W3CDTF">2026-05-01T18:19:13Z</dcterms:modified>
</cp:coreProperties>
</file>